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12" y="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8729F4-F7B5-21A3-A963-1B5A26CE5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B1C9582-7465-3CD8-924E-FC1BB93CEF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3477AF-B529-0644-283A-8B7875E6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57F3-9131-4E1C-93E6-F46090479916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9D39079-C6AE-EB1F-831D-E674A01D7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804906-8BE6-1AC5-E827-2BDCB47FB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8AEAC-A324-4911-AB2D-67902F67B5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6771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5BB7C3-1404-3CD4-23C2-BD1742D63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B76AAE-E137-4C3B-2D49-47E74DD47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AAC14CA-DE1F-AC9C-EAAF-F117B6D07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57F3-9131-4E1C-93E6-F46090479916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9F4812F-7333-CC12-44C8-0D7E1708C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EEE3C0F-33AA-C7A1-B0F9-793A1FCF2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8AEAC-A324-4911-AB2D-67902F67B5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5467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CCBD6E-AD2F-296F-31CA-A367C642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B2914AA-F059-0AB5-4EF5-0C02516BD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2123DD7-83BE-BEA1-E24D-EC382D2D9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57F3-9131-4E1C-93E6-F46090479916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381905-9234-A6C5-32F9-58CDD3785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DC6AE5-45A7-D22E-DA63-BEFF910EC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8AEAC-A324-4911-AB2D-67902F67B5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2524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0D10CD-8C48-600D-56BF-EE97DC3F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A7FD64-555B-2431-DF18-F2F52E5AF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62F8AA6-A75A-1AD4-0E07-3E223273F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EA939EF-5729-22DE-8108-5BE5AB903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57F3-9131-4E1C-93E6-F46090479916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260-CD44-ED89-0440-78EB95A95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EF48A18-B373-6D51-7CBF-7E354BC9E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8AEAC-A324-4911-AB2D-67902F67B5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6716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3CFCBC-93F2-37FF-A7A6-D69BE3EF2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25A2B7-F1E4-6146-6A46-6267300F3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CD9EE58-BF7D-60FD-2E39-436E087204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AB96353-D134-6430-05BF-1C8CC606F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DB05553-0FCE-5973-ED4A-B871801A68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7448F66-00AA-2612-BA2C-08B645961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57F3-9131-4E1C-93E6-F46090479916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9859C42-673C-DBF1-B096-52156502F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AAC0C7B-3A52-6CBE-651E-8B349D7C2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8AEAC-A324-4911-AB2D-67902F67B5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7428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343360-F777-06E8-5F7A-0D879DCAE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8B91038-69EC-DF90-403D-099D22131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57F3-9131-4E1C-93E6-F46090479916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95AF20B-B6EB-2FF4-7D86-0A9133D00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4E139FF-FE0A-17BA-6E0E-1D2DF1124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8AEAC-A324-4911-AB2D-67902F67B5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5558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92ED50A-2D9F-E711-23CF-48BF81883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57F3-9131-4E1C-93E6-F46090479916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C33544E-AEA0-567C-AFD0-80676FB4D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78FF7D-4D3B-7E57-7FB7-9E465E426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8AEAC-A324-4911-AB2D-67902F67B5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5406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123C9D-A5E6-B622-35D8-F858205A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F9F4CA-B831-676F-D7A2-5194B433C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8D1A2D6-FFA4-479B-8107-14106BD67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1097D86-8AE0-B835-4E59-93EB97627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57F3-9131-4E1C-93E6-F46090479916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91C7FD5-DD10-0302-20D3-B721DBE7B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6E6093E-423A-3C23-9991-B00E66124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8AEAC-A324-4911-AB2D-67902F67B5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989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6E2E97-A591-E1C2-A6A2-6603A2808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AB08059-5A3E-64E4-530F-8393843003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1045F71-A351-A054-6412-B8E6829CA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1667039-DC16-E0B6-544C-CBD7C92AC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57F3-9131-4E1C-93E6-F46090479916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557EF86-6E4A-F748-4D46-D68A6B7F1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2F1C0E1-DDFD-005E-EC6F-7464D3E91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8AEAC-A324-4911-AB2D-67902F67B5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8090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0644F0-E013-04B4-A25D-00BD154E0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464210D-ED51-A8DC-CEE7-397DFDCDD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AAD7E4-DE90-010D-9056-55786C7DE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57F3-9131-4E1C-93E6-F46090479916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3182D11-B83E-F7FA-31E3-C7648A79C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D731FA-2F87-1A82-1875-7C2D9D988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8AEAC-A324-4911-AB2D-67902F67B5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9731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B20381E-1E1B-4062-7C11-A76020C1C8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55CC7B9-9400-A49F-D44C-50C03C9B1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D6C4859-1F14-2EC2-75E3-4E15236EB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57F3-9131-4E1C-93E6-F46090479916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B54EA9-51C1-C8C2-ACB3-F1B9D8F89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79C16D3-114D-0136-84FC-71A840973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8AEAC-A324-4911-AB2D-67902F67B5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3325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D543371-18D2-EDC2-255F-0DAD255D2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BC8B90C-E71F-3617-7DC7-8C42C1DC2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DC435F7-1C55-5097-0946-5F6E6C9B6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3357F3-9131-4E1C-93E6-F46090479916}" type="datetimeFigureOut">
              <a:rPr lang="zh-TW" altLang="en-US" smtClean="0"/>
              <a:t>2026/4/7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72C99E-5DE5-972B-8DCF-F28BFB6BE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617B20-C81F-A543-0F14-F9AF644402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78AEAC-A324-4911-AB2D-67902F67B5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5457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gif"/><Relationship Id="rId4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0431EF-0C0B-9A76-7E40-A97D8342F8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1145B10-98CB-6EA8-BEB1-654533B482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138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42B7AE1-6187-5C58-69DA-6C3A8DD606C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788" y="222019"/>
            <a:ext cx="4628571" cy="3600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030665D-10B2-7585-0985-DBCC514FE75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788" y="1968610"/>
            <a:ext cx="4628571" cy="3600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680DCAA2-6D2F-3EAA-F4F1-5B73887AA49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788" y="3715200"/>
            <a:ext cx="4628571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830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圖片 24">
            <a:extLst>
              <a:ext uri="{FF2B5EF4-FFF2-40B4-BE49-F238E27FC236}">
                <a16:creationId xmlns:a16="http://schemas.microsoft.com/office/drawing/2014/main" id="{DCBADD14-B1FA-55F9-9EB7-66EE5CA00C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731"/>
          <a:stretch>
            <a:fillRect/>
          </a:stretch>
        </p:blipFill>
        <p:spPr>
          <a:xfrm>
            <a:off x="231909" y="1652441"/>
            <a:ext cx="4549641" cy="17765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5B0FCE6-8A1A-867B-07D4-666EFA76E2B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139" y="117137"/>
            <a:ext cx="4628571" cy="3600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588C83B-61DD-35F7-A9C0-1020C0EDFB0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139" y="2217400"/>
            <a:ext cx="4628571" cy="3600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E19F019-142A-1FCE-68A3-1AA9107990E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139" y="4317662"/>
            <a:ext cx="4628571" cy="360000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9E5BCB3A-C90D-316D-C793-6884B165096E}"/>
              </a:ext>
            </a:extLst>
          </p:cNvPr>
          <p:cNvSpPr txBox="1"/>
          <p:nvPr/>
        </p:nvSpPr>
        <p:spPr>
          <a:xfrm>
            <a:off x="8636018" y="1838325"/>
            <a:ext cx="18165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/>
              <a:t>WSL + LXD</a:t>
            </a:r>
            <a:r>
              <a:rPr lang="zh-TW" altLang="en-US" b="1" dirty="0"/>
              <a:t>容器</a:t>
            </a:r>
            <a:endParaRPr lang="en-US" altLang="zh-TW" b="1" dirty="0"/>
          </a:p>
          <a:p>
            <a:pPr algn="ctr"/>
            <a:r>
              <a:rPr lang="en-US" altLang="zh-TW" b="1" dirty="0"/>
              <a:t>64</a:t>
            </a:r>
            <a:r>
              <a:rPr lang="zh-TW" altLang="en-US" b="1" dirty="0"/>
              <a:t>位元平行編譯</a:t>
            </a:r>
            <a:endParaRPr lang="en-US" altLang="zh-TW" b="1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3292FE0-231C-E661-0E82-729CE1CCC8A4}"/>
              </a:ext>
            </a:extLst>
          </p:cNvPr>
          <p:cNvSpPr txBox="1"/>
          <p:nvPr/>
        </p:nvSpPr>
        <p:spPr>
          <a:xfrm>
            <a:off x="9012723" y="4086225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b="1" dirty="0"/>
              <a:t>機台 </a:t>
            </a:r>
            <a:r>
              <a:rPr lang="en-US" altLang="zh-TW" b="1" dirty="0"/>
              <a:t>161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6A3B2EE-2EEE-7FBD-F332-D9A73D569A31}"/>
              </a:ext>
            </a:extLst>
          </p:cNvPr>
          <p:cNvSpPr txBox="1"/>
          <p:nvPr/>
        </p:nvSpPr>
        <p:spPr>
          <a:xfrm>
            <a:off x="9012723" y="6181725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b="1" dirty="0"/>
              <a:t>機台 </a:t>
            </a:r>
            <a:r>
              <a:rPr lang="en-US" altLang="zh-TW" b="1" dirty="0"/>
              <a:t>174</a:t>
            </a:r>
            <a:endParaRPr lang="zh-TW" altLang="en-US" b="1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E124180-C84C-CD90-B1FC-6219E0A96887}"/>
              </a:ext>
            </a:extLst>
          </p:cNvPr>
          <p:cNvSpPr txBox="1"/>
          <p:nvPr/>
        </p:nvSpPr>
        <p:spPr>
          <a:xfrm>
            <a:off x="161925" y="77271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000" b="1" dirty="0"/>
              <a:t>116.splash2.0.2.parallel.src.tar.gz</a:t>
            </a:r>
            <a:endParaRPr lang="zh-TW" altLang="en-US" sz="3000" b="1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2D0806F-3AF1-09C6-941F-B89CF0E29F2C}"/>
              </a:ext>
            </a:extLst>
          </p:cNvPr>
          <p:cNvSpPr txBox="1"/>
          <p:nvPr/>
        </p:nvSpPr>
        <p:spPr>
          <a:xfrm>
            <a:off x="190500" y="54399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11_sending_solitary_wave_2.inp</a:t>
            </a:r>
          </a:p>
          <a:p>
            <a:r>
              <a:rPr lang="en-US" altLang="zh-TW" dirty="0"/>
              <a:t>processors: 2</a:t>
            </a:r>
            <a:endParaRPr lang="zh-TW" altLang="en-US" dirty="0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CB570BE5-F603-8216-78E7-D5FE334D2F88}"/>
              </a:ext>
            </a:extLst>
          </p:cNvPr>
          <p:cNvGrpSpPr/>
          <p:nvPr/>
        </p:nvGrpSpPr>
        <p:grpSpPr>
          <a:xfrm>
            <a:off x="252099" y="3609975"/>
            <a:ext cx="4968636" cy="2914650"/>
            <a:chOff x="8243572" y="666750"/>
            <a:chExt cx="4123725" cy="2348107"/>
          </a:xfrm>
        </p:grpSpPr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FFD495A9-9D67-AF2B-4DE8-8680CB142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43572" y="666750"/>
              <a:ext cx="3806657" cy="2348107"/>
            </a:xfrm>
            <a:prstGeom prst="rect">
              <a:avLst/>
            </a:prstGeom>
          </p:spPr>
        </p:pic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EC0BA164-5537-6486-3D52-980991619E58}"/>
                </a:ext>
              </a:extLst>
            </p:cNvPr>
            <p:cNvSpPr txBox="1"/>
            <p:nvPr/>
          </p:nvSpPr>
          <p:spPr>
            <a:xfrm>
              <a:off x="10566804" y="1628239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solidFill>
                    <a:srgbClr val="FFFF00"/>
                  </a:solidFill>
                </a:rPr>
                <a:t>編譯確定有生效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E2934BA2-B4F4-BC70-76E7-0B7881EBD321}"/>
                </a:ext>
              </a:extLst>
            </p:cNvPr>
            <p:cNvSpPr/>
            <p:nvPr/>
          </p:nvSpPr>
          <p:spPr>
            <a:xfrm>
              <a:off x="8324850" y="2333624"/>
              <a:ext cx="2771775" cy="400051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AFA490C0-E589-1EBA-9224-5168A91B5505}"/>
              </a:ext>
            </a:extLst>
          </p:cNvPr>
          <p:cNvSpPr/>
          <p:nvPr/>
        </p:nvSpPr>
        <p:spPr>
          <a:xfrm>
            <a:off x="1035828" y="2669125"/>
            <a:ext cx="3726672" cy="616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A134550E-8BAC-DEC8-8B63-5665E8521A9B}"/>
              </a:ext>
            </a:extLst>
          </p:cNvPr>
          <p:cNvSpPr txBox="1"/>
          <p:nvPr/>
        </p:nvSpPr>
        <p:spPr>
          <a:xfrm>
            <a:off x="3222785" y="228884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新增顯示文字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2AD6CFB0-4889-AF84-4855-961638C5C927}"/>
              </a:ext>
            </a:extLst>
          </p:cNvPr>
          <p:cNvSpPr txBox="1"/>
          <p:nvPr/>
        </p:nvSpPr>
        <p:spPr>
          <a:xfrm>
            <a:off x="7785260" y="619125"/>
            <a:ext cx="3489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與實驗室機台模擬成果幾乎一致</a:t>
            </a:r>
            <a:endParaRPr lang="en-US" altLang="zh-TW" b="1" dirty="0">
              <a:solidFill>
                <a:srgbClr val="FF0000"/>
              </a:solidFill>
            </a:endParaRPr>
          </a:p>
          <a:p>
            <a:r>
              <a:rPr lang="en-US" altLang="zh-TW" b="1" dirty="0">
                <a:solidFill>
                  <a:srgbClr val="FF0000"/>
                </a:solidFill>
              </a:rPr>
              <a:t>dt</a:t>
            </a:r>
            <a:r>
              <a:rPr lang="zh-TW" altLang="en-US" b="1" dirty="0">
                <a:solidFill>
                  <a:srgbClr val="FF0000"/>
                </a:solidFill>
              </a:rPr>
              <a:t>每一個</a:t>
            </a:r>
            <a:r>
              <a:rPr lang="en-US" altLang="zh-TW" b="1" dirty="0">
                <a:solidFill>
                  <a:srgbClr val="FF0000"/>
                </a:solidFill>
              </a:rPr>
              <a:t>cycle</a:t>
            </a:r>
            <a:r>
              <a:rPr lang="zh-TW" altLang="en-US" b="1" dirty="0">
                <a:solidFill>
                  <a:srgbClr val="FF0000"/>
                </a:solidFill>
              </a:rPr>
              <a:t>會有約</a:t>
            </a:r>
            <a:r>
              <a:rPr lang="en-US" altLang="zh-TW" b="1" dirty="0">
                <a:solidFill>
                  <a:srgbClr val="FF0000"/>
                </a:solidFill>
              </a:rPr>
              <a:t>1E-7</a:t>
            </a:r>
            <a:r>
              <a:rPr lang="zh-TW" altLang="en-US" b="1" dirty="0">
                <a:solidFill>
                  <a:srgbClr val="FF0000"/>
                </a:solidFill>
              </a:rPr>
              <a:t>的差異</a:t>
            </a:r>
          </a:p>
        </p:txBody>
      </p:sp>
    </p:spTree>
    <p:extLst>
      <p:ext uri="{BB962C8B-B14F-4D97-AF65-F5344CB8AC3E}">
        <p14:creationId xmlns:p14="http://schemas.microsoft.com/office/powerpoint/2010/main" val="3900580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64</Words>
  <Application>Microsoft Office PowerPoint</Application>
  <PresentationFormat>寬螢幕</PresentationFormat>
  <Paragraphs>11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黃逸軒 (109626005)</dc:creator>
  <cp:lastModifiedBy>黃逸軒 (109626005)</cp:lastModifiedBy>
  <cp:revision>1</cp:revision>
  <dcterms:created xsi:type="dcterms:W3CDTF">2026-04-07T13:46:14Z</dcterms:created>
  <dcterms:modified xsi:type="dcterms:W3CDTF">2026-04-07T14:58:33Z</dcterms:modified>
</cp:coreProperties>
</file>